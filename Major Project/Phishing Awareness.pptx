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101" y="3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B3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B3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B3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B3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883" y="50389"/>
            <a:ext cx="7588884" cy="687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B3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6209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61725"/>
            <a:chOff x="0" y="0"/>
            <a:chExt cx="20104100" cy="11261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52" cy="54653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496822"/>
              <a:ext cx="20104052" cy="576448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055305" y="5554996"/>
            <a:ext cx="118300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4815" algn="l"/>
              </a:tabLst>
            </a:pPr>
            <a:r>
              <a:rPr sz="1950" spc="-25" dirty="0">
                <a:solidFill>
                  <a:srgbClr val="081831"/>
                </a:solidFill>
                <a:latin typeface="Arial"/>
                <a:cs typeface="Arial"/>
              </a:rPr>
              <a:t>40</a:t>
            </a:r>
            <a:r>
              <a:rPr sz="1950" dirty="0">
                <a:solidFill>
                  <a:srgbClr val="081831"/>
                </a:solidFill>
                <a:latin typeface="Arial"/>
                <a:cs typeface="Arial"/>
              </a:rPr>
              <a:t>	</a:t>
            </a:r>
            <a:r>
              <a:rPr sz="1950" spc="110" dirty="0">
                <a:solidFill>
                  <a:srgbClr val="081831"/>
                </a:solidFill>
                <a:latin typeface="Arial"/>
                <a:cs typeface="Arial"/>
              </a:rPr>
              <a:t>(80%)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3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032760" algn="l"/>
              </a:tabLst>
            </a:pPr>
            <a:r>
              <a:rPr spc="160" dirty="0"/>
              <a:t>PROJECT</a:t>
            </a:r>
            <a:r>
              <a:rPr dirty="0"/>
              <a:t>	</a:t>
            </a:r>
            <a:r>
              <a:rPr spc="150" dirty="0"/>
              <a:t>DELIVERABLES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4858" y="2188526"/>
            <a:ext cx="12000865" cy="435609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500" spc="70" dirty="0">
                <a:solidFill>
                  <a:srgbClr val="C4D1E2"/>
                </a:solidFill>
                <a:latin typeface="Arial"/>
                <a:cs typeface="Arial"/>
              </a:rPr>
              <a:t>Upon</a:t>
            </a:r>
            <a:r>
              <a:rPr sz="2500" spc="12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80" dirty="0">
                <a:solidFill>
                  <a:srgbClr val="C4D1E2"/>
                </a:solidFill>
                <a:latin typeface="Arial"/>
                <a:cs typeface="Arial"/>
              </a:rPr>
              <a:t>completion</a:t>
            </a:r>
            <a:r>
              <a:rPr sz="2500" spc="24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70" dirty="0">
                <a:solidFill>
                  <a:srgbClr val="C4D1E2"/>
                </a:solidFill>
                <a:latin typeface="Arial"/>
                <a:cs typeface="Arial"/>
              </a:rPr>
              <a:t>of</a:t>
            </a:r>
            <a:r>
              <a:rPr sz="2500" spc="100" dirty="0">
                <a:solidFill>
                  <a:srgbClr val="C4D1E2"/>
                </a:solidFill>
                <a:latin typeface="Arial"/>
                <a:cs typeface="Arial"/>
              </a:rPr>
              <a:t> the</a:t>
            </a:r>
            <a:r>
              <a:rPr sz="2500" spc="19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60" dirty="0">
                <a:solidFill>
                  <a:srgbClr val="C4D1E2"/>
                </a:solidFill>
                <a:latin typeface="Arial"/>
                <a:cs typeface="Arial"/>
              </a:rPr>
              <a:t>simulation,</a:t>
            </a:r>
            <a:r>
              <a:rPr sz="2500" spc="17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100" dirty="0">
                <a:solidFill>
                  <a:srgbClr val="C4D1E2"/>
                </a:solidFill>
                <a:latin typeface="Arial"/>
                <a:cs typeface="Arial"/>
              </a:rPr>
              <a:t>the</a:t>
            </a:r>
            <a:r>
              <a:rPr sz="2500" spc="12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70" dirty="0">
                <a:solidFill>
                  <a:srgbClr val="C4D1E2"/>
                </a:solidFill>
                <a:latin typeface="Arial"/>
                <a:cs typeface="Arial"/>
              </a:rPr>
              <a:t>following</a:t>
            </a:r>
            <a:r>
              <a:rPr sz="2500" spc="21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75" dirty="0">
                <a:solidFill>
                  <a:srgbClr val="C4D1E2"/>
                </a:solidFill>
                <a:latin typeface="Arial"/>
                <a:cs typeface="Arial"/>
              </a:rPr>
              <a:t>artifacts</a:t>
            </a:r>
            <a:r>
              <a:rPr sz="2500" spc="229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4D1E2"/>
                </a:solidFill>
                <a:latin typeface="Arial"/>
                <a:cs typeface="Arial"/>
              </a:rPr>
              <a:t>have</a:t>
            </a:r>
            <a:r>
              <a:rPr sz="2500" spc="17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75" dirty="0">
                <a:solidFill>
                  <a:srgbClr val="C4D1E2"/>
                </a:solidFill>
                <a:latin typeface="Arial"/>
                <a:cs typeface="Arial"/>
              </a:rPr>
              <a:t>been</a:t>
            </a:r>
            <a:r>
              <a:rPr sz="2500" spc="12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500" spc="55" dirty="0">
                <a:solidFill>
                  <a:srgbClr val="C4D1E2"/>
                </a:solidFill>
                <a:latin typeface="Arial"/>
                <a:cs typeface="Arial"/>
              </a:rPr>
              <a:t>generated: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8916" y="4081469"/>
            <a:ext cx="4654550" cy="553085"/>
          </a:xfrm>
          <a:custGeom>
            <a:avLst/>
            <a:gdLst/>
            <a:ahLst/>
            <a:cxnLst/>
            <a:rect l="l" t="t" r="r" b="b"/>
            <a:pathLst>
              <a:path w="4654550" h="553085">
                <a:moveTo>
                  <a:pt x="4654180" y="552621"/>
                </a:moveTo>
                <a:lnTo>
                  <a:pt x="0" y="552621"/>
                </a:lnTo>
                <a:lnTo>
                  <a:pt x="0" y="0"/>
                </a:lnTo>
                <a:lnTo>
                  <a:pt x="4654180" y="0"/>
                </a:lnTo>
                <a:lnTo>
                  <a:pt x="4654180" y="552621"/>
                </a:lnTo>
                <a:close/>
              </a:path>
            </a:pathLst>
          </a:custGeom>
          <a:solidFill>
            <a:srgbClr val="242F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9798" y="4090250"/>
            <a:ext cx="526732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858895" algn="l"/>
              </a:tabLst>
            </a:pPr>
            <a:r>
              <a:rPr sz="3000" b="1" spc="-55" dirty="0">
                <a:solidFill>
                  <a:srgbClr val="0CB3CF"/>
                </a:solidFill>
                <a:latin typeface="Arial"/>
                <a:cs typeface="Arial"/>
              </a:rPr>
              <a:t>fof</a:t>
            </a:r>
            <a:r>
              <a:rPr sz="3000" b="1" spc="-5" dirty="0">
                <a:solidFill>
                  <a:srgbClr val="0CB3CF"/>
                </a:solidFill>
                <a:latin typeface="Arial"/>
                <a:cs typeface="Arial"/>
              </a:rPr>
              <a:t> </a:t>
            </a:r>
            <a:r>
              <a:rPr sz="3000" b="1" spc="-55" dirty="0">
                <a:solidFill>
                  <a:srgbClr val="DFE8F0"/>
                </a:solidFill>
                <a:latin typeface="Arial"/>
                <a:cs typeface="Arial"/>
              </a:rPr>
              <a:t>COMPREHENSIVE</a:t>
            </a:r>
            <a:r>
              <a:rPr sz="3000" b="1" dirty="0">
                <a:solidFill>
                  <a:srgbClr val="DFE8F0"/>
                </a:solidFill>
                <a:latin typeface="Arial"/>
                <a:cs typeface="Arial"/>
              </a:rPr>
              <a:t>	</a:t>
            </a:r>
            <a:r>
              <a:rPr sz="3000" b="1" spc="-265" dirty="0">
                <a:solidFill>
                  <a:srgbClr val="DFE8F0"/>
                </a:solidFill>
                <a:latin typeface="Arial"/>
                <a:cs typeface="Arial"/>
              </a:rPr>
              <a:t>REPORT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1036" y="4915761"/>
            <a:ext cx="8138159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Detailed</a:t>
            </a:r>
            <a:r>
              <a:rPr sz="2000" spc="39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methodology,</a:t>
            </a:r>
            <a:r>
              <a:rPr sz="2000" spc="20" dirty="0">
                <a:solidFill>
                  <a:srgbClr val="C4D1E2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click-rate</a:t>
            </a:r>
            <a:r>
              <a:rPr sz="2000" spc="36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analysis,</a:t>
            </a:r>
            <a:r>
              <a:rPr sz="2000" spc="459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user</a:t>
            </a:r>
            <a:r>
              <a:rPr sz="2000" spc="36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behavior</a:t>
            </a:r>
            <a:r>
              <a:rPr sz="2000" spc="44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breakdown,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5786" y="5309510"/>
            <a:ext cx="2874010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and</a:t>
            </a:r>
            <a:r>
              <a:rPr sz="2000" spc="27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executive</a:t>
            </a:r>
            <a:r>
              <a:rPr sz="2000" spc="39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summary.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1732" y="4090250"/>
            <a:ext cx="314960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spc="-670" dirty="0">
                <a:solidFill>
                  <a:srgbClr val="D846ED"/>
                </a:solidFill>
                <a:latin typeface="Arial"/>
                <a:cs typeface="Arial"/>
              </a:rPr>
              <a:t>�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35162" y="4081469"/>
            <a:ext cx="4553585" cy="553085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  <a:tabLst>
                <a:tab pos="1925320" algn="l"/>
              </a:tabLst>
            </a:pPr>
            <a:r>
              <a:rPr sz="3000" b="1" spc="-35" dirty="0">
                <a:solidFill>
                  <a:srgbClr val="DFE8F0"/>
                </a:solidFill>
                <a:latin typeface="Arial"/>
                <a:cs typeface="Arial"/>
              </a:rPr>
              <a:t>EVIDENCE</a:t>
            </a:r>
            <a:r>
              <a:rPr sz="3000" b="1" dirty="0">
                <a:solidFill>
                  <a:srgbClr val="DFE8F0"/>
                </a:solidFill>
                <a:latin typeface="Arial"/>
                <a:cs typeface="Arial"/>
              </a:rPr>
              <a:t>	</a:t>
            </a:r>
            <a:r>
              <a:rPr sz="3000" b="1" spc="-204" dirty="0">
                <a:solidFill>
                  <a:srgbClr val="DFE8F0"/>
                </a:solidFill>
                <a:latin typeface="Arial"/>
                <a:cs typeface="Arial"/>
              </a:rPr>
              <a:t>SCREENSHOTS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05550" y="4915761"/>
            <a:ext cx="8222615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Captures</a:t>
            </a:r>
            <a:r>
              <a:rPr sz="2000" spc="29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C4D1E2"/>
                </a:solidFill>
                <a:latin typeface="Arial"/>
                <a:cs typeface="Arial"/>
              </a:rPr>
              <a:t>of</a:t>
            </a:r>
            <a:r>
              <a:rPr sz="2000" spc="22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the</a:t>
            </a:r>
            <a:r>
              <a:rPr sz="2000" spc="9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C4D1E2"/>
                </a:solidFill>
                <a:latin typeface="Arial"/>
                <a:cs typeface="Arial"/>
              </a:rPr>
              <a:t>fake</a:t>
            </a:r>
            <a:r>
              <a:rPr sz="2000" spc="14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C4D1E2"/>
                </a:solidFill>
                <a:latin typeface="Arial"/>
                <a:cs typeface="Arial"/>
              </a:rPr>
              <a:t>login</a:t>
            </a:r>
            <a:r>
              <a:rPr sz="2000" spc="4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page,</a:t>
            </a:r>
            <a:r>
              <a:rPr sz="2000" spc="229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the</a:t>
            </a:r>
            <a:r>
              <a:rPr sz="2000" spc="11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phishing</a:t>
            </a:r>
            <a:r>
              <a:rPr sz="2000" spc="30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email</a:t>
            </a:r>
            <a:r>
              <a:rPr sz="2000" spc="22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template,</a:t>
            </a:r>
            <a:r>
              <a:rPr sz="2000" spc="35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and</a:t>
            </a:r>
            <a:r>
              <a:rPr sz="2000" spc="13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C4D1E2"/>
                </a:solidFill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01263" y="5309510"/>
            <a:ext cx="2465070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analytics</a:t>
            </a:r>
            <a:r>
              <a:rPr sz="2000" spc="47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dashboard.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7532" y="6892837"/>
            <a:ext cx="3201035" cy="553085"/>
          </a:xfrm>
          <a:custGeom>
            <a:avLst/>
            <a:gdLst/>
            <a:ahLst/>
            <a:cxnLst/>
            <a:rect l="l" t="t" r="r" b="b"/>
            <a:pathLst>
              <a:path w="3201035" h="553084">
                <a:moveTo>
                  <a:pt x="3200459" y="552621"/>
                </a:moveTo>
                <a:lnTo>
                  <a:pt x="0" y="552621"/>
                </a:lnTo>
                <a:lnTo>
                  <a:pt x="0" y="0"/>
                </a:lnTo>
                <a:lnTo>
                  <a:pt x="3200459" y="0"/>
                </a:lnTo>
                <a:lnTo>
                  <a:pt x="3200459" y="552621"/>
                </a:lnTo>
                <a:close/>
              </a:path>
            </a:pathLst>
          </a:custGeom>
          <a:solidFill>
            <a:srgbClr val="242F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6645" y="6901618"/>
            <a:ext cx="3843654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90550" algn="l"/>
              </a:tabLst>
            </a:pPr>
            <a:r>
              <a:rPr sz="3000" spc="25" dirty="0">
                <a:solidFill>
                  <a:srgbClr val="F7CD18"/>
                </a:solidFill>
                <a:latin typeface="Arial"/>
                <a:cs typeface="Arial"/>
              </a:rPr>
              <a:t>()</a:t>
            </a:r>
            <a:r>
              <a:rPr sz="3000" dirty="0">
                <a:solidFill>
                  <a:srgbClr val="F7CD18"/>
                </a:solidFill>
                <a:latin typeface="Arial"/>
                <a:cs typeface="Arial"/>
              </a:rPr>
              <a:t>	</a:t>
            </a:r>
            <a:r>
              <a:rPr sz="3000" b="1" spc="-95" dirty="0">
                <a:solidFill>
                  <a:srgbClr val="DFE8F0"/>
                </a:solidFill>
                <a:latin typeface="Arial"/>
                <a:cs typeface="Arial"/>
              </a:rPr>
              <a:t>MITIGATION</a:t>
            </a:r>
            <a:r>
              <a:rPr sz="3000" b="1" spc="45" dirty="0">
                <a:solidFill>
                  <a:srgbClr val="DFE8F0"/>
                </a:solidFill>
                <a:latin typeface="Arial"/>
                <a:cs typeface="Arial"/>
              </a:rPr>
              <a:t> </a:t>
            </a:r>
            <a:r>
              <a:rPr sz="3000" b="1" spc="-60" dirty="0">
                <a:solidFill>
                  <a:srgbClr val="DFE8F0"/>
                </a:solidFill>
                <a:latin typeface="Arial"/>
                <a:cs typeface="Arial"/>
              </a:rPr>
              <a:t>PLAN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5380" y="7735004"/>
            <a:ext cx="8199120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</a:t>
            </a:r>
            <a:r>
              <a:rPr sz="2000" spc="25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strategic</a:t>
            </a:r>
            <a:r>
              <a:rPr sz="2000" spc="31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C4D1E2"/>
                </a:solidFill>
                <a:latin typeface="Arial"/>
                <a:cs typeface="Arial"/>
              </a:rPr>
              <a:t>roadmap</a:t>
            </a:r>
            <a:r>
              <a:rPr sz="2000" spc="22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for</a:t>
            </a:r>
            <a:r>
              <a:rPr sz="2000" spc="44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implementing</a:t>
            </a:r>
            <a:r>
              <a:rPr sz="2000" spc="39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C4D1E2"/>
                </a:solidFill>
                <a:latin typeface="Arial"/>
                <a:cs typeface="Arial"/>
              </a:rPr>
              <a:t>MFA</a:t>
            </a:r>
            <a:r>
              <a:rPr sz="2000" spc="24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and</a:t>
            </a:r>
            <a:r>
              <a:rPr sz="2000" spc="22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employee</a:t>
            </a:r>
            <a:r>
              <a:rPr sz="2000" spc="18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awareness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3033" y="8128756"/>
            <a:ext cx="2150745" cy="349250"/>
          </a:xfrm>
          <a:custGeom>
            <a:avLst/>
            <a:gdLst/>
            <a:ahLst/>
            <a:cxnLst/>
            <a:rect l="l" t="t" r="r" b="b"/>
            <a:pathLst>
              <a:path w="2150745" h="349250">
                <a:moveTo>
                  <a:pt x="2150212" y="349163"/>
                </a:moveTo>
                <a:lnTo>
                  <a:pt x="0" y="349163"/>
                </a:lnTo>
                <a:lnTo>
                  <a:pt x="0" y="0"/>
                </a:lnTo>
                <a:lnTo>
                  <a:pt x="2150212" y="0"/>
                </a:lnTo>
                <a:lnTo>
                  <a:pt x="2150212" y="349163"/>
                </a:lnTo>
                <a:close/>
              </a:path>
            </a:pathLst>
          </a:custGeom>
          <a:solidFill>
            <a:srgbClr val="242F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20333" y="8126177"/>
            <a:ext cx="220599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training</a:t>
            </a:r>
            <a:r>
              <a:rPr sz="2000" spc="38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C4D1E2"/>
                </a:solidFill>
                <a:latin typeface="Arial"/>
                <a:cs typeface="Arial"/>
              </a:rPr>
              <a:t>programs.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282355" y="6900712"/>
            <a:ext cx="3830954" cy="553085"/>
          </a:xfrm>
          <a:custGeom>
            <a:avLst/>
            <a:gdLst/>
            <a:ahLst/>
            <a:cxnLst/>
            <a:rect l="l" t="t" r="r" b="b"/>
            <a:pathLst>
              <a:path w="3830955" h="553084">
                <a:moveTo>
                  <a:pt x="3830464" y="552621"/>
                </a:moveTo>
                <a:lnTo>
                  <a:pt x="0" y="552621"/>
                </a:lnTo>
                <a:lnTo>
                  <a:pt x="0" y="0"/>
                </a:lnTo>
                <a:lnTo>
                  <a:pt x="3830464" y="0"/>
                </a:lnTo>
                <a:lnTo>
                  <a:pt x="3830464" y="552621"/>
                </a:lnTo>
                <a:close/>
              </a:path>
            </a:pathLst>
          </a:custGeom>
          <a:solidFill>
            <a:srgbClr val="242F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589652" y="6728369"/>
            <a:ext cx="454977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587115" algn="l"/>
              </a:tabLst>
            </a:pPr>
            <a:r>
              <a:rPr sz="4450" b="1" spc="-470" dirty="0">
                <a:solidFill>
                  <a:srgbClr val="26C360"/>
                </a:solidFill>
                <a:latin typeface="Arial"/>
                <a:cs typeface="Arial"/>
              </a:rPr>
              <a:t>-</a:t>
            </a:r>
            <a:r>
              <a:rPr sz="4450" b="1" spc="-515" dirty="0">
                <a:solidFill>
                  <a:srgbClr val="26C360"/>
                </a:solidFill>
                <a:latin typeface="Arial"/>
                <a:cs typeface="Arial"/>
              </a:rPr>
              <a:t>i£l</a:t>
            </a:r>
            <a:r>
              <a:rPr sz="4450" b="1" spc="-320" dirty="0">
                <a:solidFill>
                  <a:srgbClr val="26C360"/>
                </a:solidFill>
                <a:latin typeface="Arial"/>
                <a:cs typeface="Arial"/>
              </a:rPr>
              <a:t> </a:t>
            </a:r>
            <a:r>
              <a:rPr sz="3000" b="1" spc="-70" dirty="0">
                <a:solidFill>
                  <a:srgbClr val="DFE8F0"/>
                </a:solidFill>
                <a:latin typeface="Arial"/>
                <a:cs typeface="Arial"/>
              </a:rPr>
              <a:t>PRESENTATION</a:t>
            </a:r>
            <a:r>
              <a:rPr sz="3000" b="1" dirty="0">
                <a:solidFill>
                  <a:srgbClr val="DFE8F0"/>
                </a:solidFill>
                <a:latin typeface="Arial"/>
                <a:cs typeface="Arial"/>
              </a:rPr>
              <a:t>	</a:t>
            </a:r>
            <a:r>
              <a:rPr sz="3000" b="1" spc="-280" dirty="0">
                <a:solidFill>
                  <a:srgbClr val="DFE8F0"/>
                </a:solidFill>
                <a:latin typeface="Arial"/>
                <a:cs typeface="Arial"/>
              </a:rPr>
              <a:t>DECK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04590" y="7735004"/>
            <a:ext cx="7836534" cy="349250"/>
          </a:xfrm>
          <a:prstGeom prst="rect">
            <a:avLst/>
          </a:prstGeom>
          <a:solidFill>
            <a:srgbClr val="242F42"/>
          </a:solidFill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This</a:t>
            </a:r>
            <a:r>
              <a:rPr sz="2000" spc="10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C4D1E2"/>
                </a:solidFill>
                <a:latin typeface="Arial"/>
                <a:cs typeface="Arial"/>
              </a:rPr>
              <a:t>7-</a:t>
            </a:r>
            <a:r>
              <a:rPr sz="2000" spc="50" dirty="0">
                <a:solidFill>
                  <a:srgbClr val="C4D1E2"/>
                </a:solidFill>
                <a:latin typeface="Arial"/>
                <a:cs typeface="Arial"/>
              </a:rPr>
              <a:t>slide</a:t>
            </a:r>
            <a:r>
              <a:rPr sz="2000" spc="24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summary</a:t>
            </a:r>
            <a:r>
              <a:rPr sz="2000" spc="31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highlighting</a:t>
            </a:r>
            <a:r>
              <a:rPr sz="2000" spc="35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the</a:t>
            </a:r>
            <a:r>
              <a:rPr sz="2000" spc="12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C4D1E2"/>
                </a:solidFill>
                <a:latin typeface="Arial"/>
                <a:cs typeface="Arial"/>
              </a:rPr>
              <a:t>key</a:t>
            </a:r>
            <a:r>
              <a:rPr sz="2000" spc="204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risks</a:t>
            </a:r>
            <a:r>
              <a:rPr sz="2000" spc="150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4D1E2"/>
                </a:solidFill>
                <a:latin typeface="Arial"/>
                <a:cs typeface="Arial"/>
              </a:rPr>
              <a:t>and</a:t>
            </a:r>
            <a:r>
              <a:rPr sz="2000" spc="185" dirty="0">
                <a:solidFill>
                  <a:srgbClr val="C4D1E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recommended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601263" y="8128756"/>
            <a:ext cx="897255" cy="349250"/>
          </a:xfrm>
          <a:custGeom>
            <a:avLst/>
            <a:gdLst/>
            <a:ahLst/>
            <a:cxnLst/>
            <a:rect l="l" t="t" r="r" b="b"/>
            <a:pathLst>
              <a:path w="897254" h="349250">
                <a:moveTo>
                  <a:pt x="896659" y="349163"/>
                </a:moveTo>
                <a:lnTo>
                  <a:pt x="0" y="349163"/>
                </a:lnTo>
                <a:lnTo>
                  <a:pt x="0" y="0"/>
                </a:lnTo>
                <a:lnTo>
                  <a:pt x="896659" y="0"/>
                </a:lnTo>
                <a:lnTo>
                  <a:pt x="896659" y="349163"/>
                </a:lnTo>
                <a:close/>
              </a:path>
            </a:pathLst>
          </a:custGeom>
          <a:solidFill>
            <a:srgbClr val="242F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588569" y="8126177"/>
            <a:ext cx="94869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10" dirty="0">
                <a:solidFill>
                  <a:srgbClr val="C4D1E2"/>
                </a:solidFill>
                <a:latin typeface="Arial"/>
                <a:cs typeface="Arial"/>
              </a:rPr>
              <a:t>actions.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95662" y="10049629"/>
            <a:ext cx="1529080" cy="94932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200" spc="50" dirty="0">
                <a:solidFill>
                  <a:srgbClr val="95A3B5"/>
                </a:solidFill>
                <a:latin typeface="Arial"/>
                <a:cs typeface="Arial"/>
              </a:rPr>
              <a:t>Questions?</a:t>
            </a:r>
            <a:endParaRPr sz="2200">
              <a:latin typeface="Arial"/>
              <a:cs typeface="Arial"/>
            </a:endParaRPr>
          </a:p>
          <a:p>
            <a:pPr marL="50165">
              <a:lnSpc>
                <a:spcPct val="100000"/>
              </a:lnSpc>
              <a:spcBef>
                <a:spcPts val="1005"/>
              </a:spcBef>
            </a:pPr>
            <a:r>
              <a:rPr sz="2150" b="1" dirty="0">
                <a:solidFill>
                  <a:srgbClr val="0CB3CF"/>
                </a:solidFill>
                <a:latin typeface="Arial"/>
                <a:cs typeface="Arial"/>
              </a:rPr>
              <a:t>Thank</a:t>
            </a:r>
            <a:r>
              <a:rPr sz="2150" b="1" spc="345" dirty="0">
                <a:solidFill>
                  <a:srgbClr val="0CB3CF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0CB3CF"/>
                </a:solidFill>
                <a:latin typeface="Arial"/>
                <a:cs typeface="Arial"/>
              </a:rPr>
              <a:t>You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98</Words>
  <Application>Microsoft Office PowerPoint</Application>
  <PresentationFormat>Custom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vishavajitmadavan15@outlook.com</cp:lastModifiedBy>
  <cp:revision>1</cp:revision>
  <dcterms:created xsi:type="dcterms:W3CDTF">2025-12-04T16:37:04Z</dcterms:created>
  <dcterms:modified xsi:type="dcterms:W3CDTF">2025-12-04T16:42:05Z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